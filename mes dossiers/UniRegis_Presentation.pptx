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5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95661"/>
            <a:ext cx="9144000" cy="16687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09728" cy="2011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UniRegis API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6576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EL BENANY Mohamed Mahmoud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Mauritania </a:t>
            </a:r>
            <a:r>
              <a:rPr lang="en-US" sz="13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2025-2026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                                                                                                                                  </a:t>
            </a:r>
            <a:r>
              <a:rPr lang="en-US" sz="1300" dirty="0" err="1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Pr</a:t>
            </a:r>
            <a:r>
              <a:rPr lang="fr-FR" sz="1300" dirty="0" err="1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ésenté</a:t>
            </a:r>
            <a:r>
              <a:rPr lang="fr-FR" sz="1300" dirty="0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p</a:t>
            </a:r>
            <a:r>
              <a:rPr lang="en-US" sz="1300" dirty="0" err="1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ar</a:t>
            </a:r>
            <a:r>
              <a:rPr lang="en-US" sz="1300" dirty="0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El </a:t>
            </a:r>
            <a:r>
              <a:rPr lang="en-US" sz="1300" dirty="0" err="1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Megboula</a:t>
            </a:r>
            <a:r>
              <a:rPr lang="en-US" sz="1300" dirty="0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Cheikh </a:t>
            </a:r>
            <a:r>
              <a:rPr lang="en-US" sz="1300" dirty="0" err="1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Sidaty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8288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Couplage fort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legacy difficiles à maintenir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8288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9184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stateful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 scalabilité horizontale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18288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verticale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élevés, limites hardware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E8FFF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UniRegis API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Réingénierie vers Jakarta EE 10 — déploiement immuable, sécurité distribuée, observabilité native.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50292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/ Mobile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3533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0" cy="18288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874520"/>
            <a:ext cx="502920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2219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· Validation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560320"/>
            <a:ext cx="0" cy="18288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743200"/>
            <a:ext cx="502920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30906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 · @Transactional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3429000"/>
            <a:ext cx="0" cy="18288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3611880"/>
            <a:ext cx="5029200" cy="68580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Tier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9593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· PostgreSQL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371600"/>
            <a:ext cx="1828800" cy="22860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MicroProfile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828800" cy="59436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1005840"/>
            <a:ext cx="658368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09728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JAX-RS · OpenAPI 3.1 · Bean Validation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1828800" cy="59436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94560" y="1783080"/>
            <a:ext cx="658368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8745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CDI 3.0 · MicroProfile Metrics · AOP Interceptors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1828800" cy="594360"/>
          </a:xfrm>
          <a:prstGeom prst="rect">
            <a:avLst/>
          </a:prstGeom>
          <a:solidFill>
            <a:srgbClr val="BA68C8"/>
          </a:solidFill>
          <a:ln w="12700">
            <a:solidFill>
              <a:srgbClr val="BA6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94560" y="2560320"/>
            <a:ext cx="6583680" cy="594360"/>
          </a:xfrm>
          <a:prstGeom prst="rect">
            <a:avLst/>
          </a:prstGeom>
          <a:solidFill>
            <a:srgbClr val="F3E5F5"/>
          </a:solidFill>
          <a:ln w="12700">
            <a:solidFill>
              <a:srgbClr val="BA6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65176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Persistence 3.1 · Hibernate 6 · PostgreSQL 15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1828800" cy="59436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83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94560" y="3337560"/>
            <a:ext cx="658368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42900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MicroProfile JWT · JWKS · RBAC (@RolesAllowed)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1828800" cy="594360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60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94560" y="4114800"/>
            <a:ext cx="6583680" cy="594360"/>
          </a:xfrm>
          <a:prstGeom prst="rect">
            <a:avLst/>
          </a:prstGeom>
          <a:solidFill>
            <a:srgbClr val="FCE4EC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420624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Payara 6 · Prometheus · JUnit 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Implémentations Clés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Entité JPA — Inscription.java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931920" cy="16459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Inscription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@Id @GeneratedValue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matricule;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@Version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version;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9319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REST — InscriptionResource.java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931920" cy="16459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2588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("/v1/inscriptions")
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 @Consumes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(JSON)
</a:t>
            </a: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inscrire(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@Valid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InscriptionDTO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dto)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.status(201)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.entity(created).build();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Métier — InscriptionService.java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841248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@ApplicationScoped  </a:t>
            </a: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CDI : une seule instance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InscriptionService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@PersistenceContext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EntityManager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em;   @Inject 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&lt;InscriptionEvent&gt; evt;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@Transactional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AOP : gestion auto transaction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Inscription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creer(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InscriptionDTO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dto) { em.persist(ins); evt.fire(...); 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— Tester l'API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http://localhost:9192/project/v1/inscriptions   →   Bravo, le project fonctionne 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Créer une inscription (Postman / PowerShell)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02336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Requête 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/v1/inscriptions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"matricule": "ETU001",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"statut": "EN_ATTENTE"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402336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37744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Réponse 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"matricule": "ETU001",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"statut": "EN_ATTENTE"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3794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--build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371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 débit stable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1371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120ms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P99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560320" cy="1371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Created 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RESTful OpenAPI 3.1 — documentée et conforme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CDI (@Inject, @ApplicationScoped) et AOP (@Transactional)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JPA / PostgreSQL — persistance avec Optimistic Lock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Déploiement Docker Compose — Build Once, Run Anywhere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Sécurité JWT MicroProfile (@RolesAllowed)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UniRegis API  —  Jakarta EE 10  —  IBS Mauritania  —  2025-2026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343</Words>
  <Application>Microsoft Office PowerPoint</Application>
  <PresentationFormat>Affichage à l'écran (16:9)</PresentationFormat>
  <Paragraphs>109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UniRegis API</dc:title>
  <dc:subject>PptxGenJS Presentation</dc:subject>
  <dc:creator>PptxGenJS</dc:creator>
  <cp:lastModifiedBy>USER</cp:lastModifiedBy>
  <cp:revision>2</cp:revision>
  <dcterms:created xsi:type="dcterms:W3CDTF">2026-06-01T00:56:28Z</dcterms:created>
  <dcterms:modified xsi:type="dcterms:W3CDTF">2026-06-01T16:33:03Z</dcterms:modified>
</cp:coreProperties>
</file>